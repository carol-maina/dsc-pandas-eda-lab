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2CAD8-BCDF-48DE-A977-0911A7CBC6E9}" v="1219" dt="2025-01-24T12:57:39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 maina" userId="cb891d277eef3896" providerId="Windows Live" clId="Web-{59C2CAD8-BCDF-48DE-A977-0911A7CBC6E9}"/>
    <pc:docChg chg="addSld modSld addMainMaster delMainMaster">
      <pc:chgData name="carol maina" userId="cb891d277eef3896" providerId="Windows Live" clId="Web-{59C2CAD8-BCDF-48DE-A977-0911A7CBC6E9}" dt="2025-01-24T12:57:39.207" v="1222" actId="1076"/>
      <pc:docMkLst>
        <pc:docMk/>
      </pc:docMkLst>
      <pc:sldChg chg="modSp mod modTransition modClrScheme chgLayout">
        <pc:chgData name="carol maina" userId="cb891d277eef3896" providerId="Windows Live" clId="Web-{59C2CAD8-BCDF-48DE-A977-0911A7CBC6E9}" dt="2025-01-24T12:54:01.324" v="1221"/>
        <pc:sldMkLst>
          <pc:docMk/>
          <pc:sldMk cId="109857222" sldId="256"/>
        </pc:sldMkLst>
        <pc:spChg chg="mod ord">
          <ac:chgData name="carol maina" userId="cb891d277eef3896" providerId="Windows Live" clId="Web-{59C2CAD8-BCDF-48DE-A977-0911A7CBC6E9}" dt="2025-01-24T12:51:13.396" v="1220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carol maina" userId="cb891d277eef3896" providerId="Windows Live" clId="Web-{59C2CAD8-BCDF-48DE-A977-0911A7CBC6E9}" dt="2025-01-24T12:51:00.973" v="121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carol maina" userId="cb891d277eef3896" providerId="Windows Live" clId="Web-{59C2CAD8-BCDF-48DE-A977-0911A7CBC6E9}" dt="2025-01-24T12:02:13.350" v="197" actId="20577"/>
        <pc:sldMkLst>
          <pc:docMk/>
          <pc:sldMk cId="1357601094" sldId="257"/>
        </pc:sldMkLst>
        <pc:spChg chg="mod">
          <ac:chgData name="carol maina" userId="cb891d277eef3896" providerId="Windows Live" clId="Web-{59C2CAD8-BCDF-48DE-A977-0911A7CBC6E9}" dt="2025-01-24T11:54:01.363" v="161" actId="20577"/>
          <ac:spMkLst>
            <pc:docMk/>
            <pc:sldMk cId="1357601094" sldId="257"/>
            <ac:spMk id="2" creationId="{BF1FD23E-ED91-AFFF-B23B-3EC4D82A5DA7}"/>
          </ac:spMkLst>
        </pc:spChg>
        <pc:spChg chg="mod">
          <ac:chgData name="carol maina" userId="cb891d277eef3896" providerId="Windows Live" clId="Web-{59C2CAD8-BCDF-48DE-A977-0911A7CBC6E9}" dt="2025-01-24T12:02:13.350" v="197" actId="20577"/>
          <ac:spMkLst>
            <pc:docMk/>
            <pc:sldMk cId="1357601094" sldId="257"/>
            <ac:spMk id="3" creationId="{C1CF64F6-97EA-9703-BEC7-D9DCEB8C419C}"/>
          </ac:spMkLst>
        </pc:spChg>
      </pc:sldChg>
      <pc:sldChg chg="modSp new">
        <pc:chgData name="carol maina" userId="cb891d277eef3896" providerId="Windows Live" clId="Web-{59C2CAD8-BCDF-48DE-A977-0911A7CBC6E9}" dt="2025-01-24T12:10:36.493" v="247" actId="20577"/>
        <pc:sldMkLst>
          <pc:docMk/>
          <pc:sldMk cId="2480358844" sldId="258"/>
        </pc:sldMkLst>
        <pc:spChg chg="mod">
          <ac:chgData name="carol maina" userId="cb891d277eef3896" providerId="Windows Live" clId="Web-{59C2CAD8-BCDF-48DE-A977-0911A7CBC6E9}" dt="2025-01-24T12:10:36.493" v="247" actId="20577"/>
          <ac:spMkLst>
            <pc:docMk/>
            <pc:sldMk cId="2480358844" sldId="258"/>
            <ac:spMk id="2" creationId="{258A4E1C-B19A-9CFD-E362-FBD300F008C0}"/>
          </ac:spMkLst>
        </pc:spChg>
        <pc:spChg chg="mod">
          <ac:chgData name="carol maina" userId="cb891d277eef3896" providerId="Windows Live" clId="Web-{59C2CAD8-BCDF-48DE-A977-0911A7CBC6E9}" dt="2025-01-24T12:07:59.409" v="209" actId="20577"/>
          <ac:spMkLst>
            <pc:docMk/>
            <pc:sldMk cId="2480358844" sldId="258"/>
            <ac:spMk id="3" creationId="{360F2E5F-9E2D-B129-3DE2-0EF64DC61DA5}"/>
          </ac:spMkLst>
        </pc:spChg>
      </pc:sldChg>
      <pc:sldChg chg="modSp new">
        <pc:chgData name="carol maina" userId="cb891d277eef3896" providerId="Windows Live" clId="Web-{59C2CAD8-BCDF-48DE-A977-0911A7CBC6E9}" dt="2025-01-24T12:13:24.499" v="279" actId="20577"/>
        <pc:sldMkLst>
          <pc:docMk/>
          <pc:sldMk cId="1690495545" sldId="259"/>
        </pc:sldMkLst>
        <pc:spChg chg="mod">
          <ac:chgData name="carol maina" userId="cb891d277eef3896" providerId="Windows Live" clId="Web-{59C2CAD8-BCDF-48DE-A977-0911A7CBC6E9}" dt="2025-01-24T12:11:34.542" v="273" actId="20577"/>
          <ac:spMkLst>
            <pc:docMk/>
            <pc:sldMk cId="1690495545" sldId="259"/>
            <ac:spMk id="2" creationId="{800E8ABC-293D-6DFB-AA75-3AFD5392B3D5}"/>
          </ac:spMkLst>
        </pc:spChg>
        <pc:spChg chg="mod">
          <ac:chgData name="carol maina" userId="cb891d277eef3896" providerId="Windows Live" clId="Web-{59C2CAD8-BCDF-48DE-A977-0911A7CBC6E9}" dt="2025-01-24T12:13:24.499" v="279" actId="20577"/>
          <ac:spMkLst>
            <pc:docMk/>
            <pc:sldMk cId="1690495545" sldId="259"/>
            <ac:spMk id="3" creationId="{689D62AA-4674-42AD-3CDC-31A9CB1DEA68}"/>
          </ac:spMkLst>
        </pc:spChg>
      </pc:sldChg>
      <pc:sldChg chg="modSp new">
        <pc:chgData name="carol maina" userId="cb891d277eef3896" providerId="Windows Live" clId="Web-{59C2CAD8-BCDF-48DE-A977-0911A7CBC6E9}" dt="2025-01-24T12:44:47.694" v="1124" actId="20577"/>
        <pc:sldMkLst>
          <pc:docMk/>
          <pc:sldMk cId="3240188596" sldId="260"/>
        </pc:sldMkLst>
        <pc:spChg chg="mod">
          <ac:chgData name="carol maina" userId="cb891d277eef3896" providerId="Windows Live" clId="Web-{59C2CAD8-BCDF-48DE-A977-0911A7CBC6E9}" dt="2025-01-24T12:44:47.694" v="1124" actId="20577"/>
          <ac:spMkLst>
            <pc:docMk/>
            <pc:sldMk cId="3240188596" sldId="260"/>
            <ac:spMk id="2" creationId="{BFB02EDB-B17C-5253-9060-B54C7ABF5C02}"/>
          </ac:spMkLst>
        </pc:spChg>
        <pc:spChg chg="mod">
          <ac:chgData name="carol maina" userId="cb891d277eef3896" providerId="Windows Live" clId="Web-{59C2CAD8-BCDF-48DE-A977-0911A7CBC6E9}" dt="2025-01-24T12:44:06.536" v="1115" actId="20577"/>
          <ac:spMkLst>
            <pc:docMk/>
            <pc:sldMk cId="3240188596" sldId="260"/>
            <ac:spMk id="3" creationId="{C94B6725-1CD4-BF72-97B1-1ACEB4778CA4}"/>
          </ac:spMkLst>
        </pc:spChg>
      </pc:sldChg>
      <pc:sldChg chg="modSp new">
        <pc:chgData name="carol maina" userId="cb891d277eef3896" providerId="Windows Live" clId="Web-{59C2CAD8-BCDF-48DE-A977-0911A7CBC6E9}" dt="2025-01-24T12:19:26.669" v="436" actId="20577"/>
        <pc:sldMkLst>
          <pc:docMk/>
          <pc:sldMk cId="4099254185" sldId="261"/>
        </pc:sldMkLst>
        <pc:spChg chg="mod">
          <ac:chgData name="carol maina" userId="cb891d277eef3896" providerId="Windows Live" clId="Web-{59C2CAD8-BCDF-48DE-A977-0911A7CBC6E9}" dt="2025-01-24T12:17:34.102" v="356" actId="20577"/>
          <ac:spMkLst>
            <pc:docMk/>
            <pc:sldMk cId="4099254185" sldId="261"/>
            <ac:spMk id="2" creationId="{C037326B-06FD-0A8C-9346-C422A19CBC41}"/>
          </ac:spMkLst>
        </pc:spChg>
        <pc:spChg chg="mod">
          <ac:chgData name="carol maina" userId="cb891d277eef3896" providerId="Windows Live" clId="Web-{59C2CAD8-BCDF-48DE-A977-0911A7CBC6E9}" dt="2025-01-24T12:19:26.669" v="436" actId="20577"/>
          <ac:spMkLst>
            <pc:docMk/>
            <pc:sldMk cId="4099254185" sldId="261"/>
            <ac:spMk id="3" creationId="{FA256230-FBC4-D9A9-403D-22C4553934BA}"/>
          </ac:spMkLst>
        </pc:spChg>
      </pc:sldChg>
      <pc:sldChg chg="addSp delSp modSp new">
        <pc:chgData name="carol maina" userId="cb891d277eef3896" providerId="Windows Live" clId="Web-{59C2CAD8-BCDF-48DE-A977-0911A7CBC6E9}" dt="2025-01-24T12:28:17.298" v="692" actId="20577"/>
        <pc:sldMkLst>
          <pc:docMk/>
          <pc:sldMk cId="3959692157" sldId="262"/>
        </pc:sldMkLst>
        <pc:spChg chg="mod">
          <ac:chgData name="carol maina" userId="cb891d277eef3896" providerId="Windows Live" clId="Web-{59C2CAD8-BCDF-48DE-A977-0911A7CBC6E9}" dt="2025-01-24T12:25:23.370" v="553" actId="20577"/>
          <ac:spMkLst>
            <pc:docMk/>
            <pc:sldMk cId="3959692157" sldId="262"/>
            <ac:spMk id="2" creationId="{518CD30B-A005-DB65-A4AD-020A110E7A67}"/>
          </ac:spMkLst>
        </pc:spChg>
        <pc:spChg chg="del mod">
          <ac:chgData name="carol maina" userId="cb891d277eef3896" providerId="Windows Live" clId="Web-{59C2CAD8-BCDF-48DE-A977-0911A7CBC6E9}" dt="2025-01-24T12:25:36.901" v="554"/>
          <ac:spMkLst>
            <pc:docMk/>
            <pc:sldMk cId="3959692157" sldId="262"/>
            <ac:spMk id="3" creationId="{5151272F-E97A-A194-B525-94A5E1C44FE8}"/>
          </ac:spMkLst>
        </pc:spChg>
        <pc:spChg chg="add mod">
          <ac:chgData name="carol maina" userId="cb891d277eef3896" providerId="Windows Live" clId="Web-{59C2CAD8-BCDF-48DE-A977-0911A7CBC6E9}" dt="2025-01-24T12:28:17.298" v="692" actId="20577"/>
          <ac:spMkLst>
            <pc:docMk/>
            <pc:sldMk cId="3959692157" sldId="262"/>
            <ac:spMk id="8" creationId="{2F0EBB3F-982F-4D0C-712A-B46B904FBD82}"/>
          </ac:spMkLst>
        </pc:spChg>
      </pc:sldChg>
      <pc:sldChg chg="modSp new">
        <pc:chgData name="carol maina" userId="cb891d277eef3896" providerId="Windows Live" clId="Web-{59C2CAD8-BCDF-48DE-A977-0911A7CBC6E9}" dt="2025-01-24T12:57:39.207" v="1222" actId="1076"/>
        <pc:sldMkLst>
          <pc:docMk/>
          <pc:sldMk cId="1706712218" sldId="263"/>
        </pc:sldMkLst>
        <pc:spChg chg="mod">
          <ac:chgData name="carol maina" userId="cb891d277eef3896" providerId="Windows Live" clId="Web-{59C2CAD8-BCDF-48DE-A977-0911A7CBC6E9}" dt="2025-01-24T12:28:51.471" v="717" actId="20577"/>
          <ac:spMkLst>
            <pc:docMk/>
            <pc:sldMk cId="1706712218" sldId="263"/>
            <ac:spMk id="2" creationId="{5335BE46-D758-59D1-32E3-419C5F564613}"/>
          </ac:spMkLst>
        </pc:spChg>
        <pc:spChg chg="mod">
          <ac:chgData name="carol maina" userId="cb891d277eef3896" providerId="Windows Live" clId="Web-{59C2CAD8-BCDF-48DE-A977-0911A7CBC6E9}" dt="2025-01-24T12:57:39.207" v="1222" actId="1076"/>
          <ac:spMkLst>
            <pc:docMk/>
            <pc:sldMk cId="1706712218" sldId="263"/>
            <ac:spMk id="3" creationId="{1EC387FE-0922-8976-D3A5-467996DA0A27}"/>
          </ac:spMkLst>
        </pc:spChg>
      </pc:sldChg>
      <pc:sldChg chg="modSp new">
        <pc:chgData name="carol maina" userId="cb891d277eef3896" providerId="Windows Live" clId="Web-{59C2CAD8-BCDF-48DE-A977-0911A7CBC6E9}" dt="2025-01-24T12:50:40.832" v="1207" actId="20577"/>
        <pc:sldMkLst>
          <pc:docMk/>
          <pc:sldMk cId="287790137" sldId="264"/>
        </pc:sldMkLst>
        <pc:spChg chg="mod">
          <ac:chgData name="carol maina" userId="cb891d277eef3896" providerId="Windows Live" clId="Web-{59C2CAD8-BCDF-48DE-A977-0911A7CBC6E9}" dt="2025-01-24T12:50:40.832" v="1207" actId="20577"/>
          <ac:spMkLst>
            <pc:docMk/>
            <pc:sldMk cId="287790137" sldId="264"/>
            <ac:spMk id="3" creationId="{D735E120-7534-27AA-F56F-A999AF8A604F}"/>
          </ac:spMkLst>
        </pc:spChg>
      </pc:sldChg>
      <pc:sldMasterChg chg="del delSldLayout">
        <pc:chgData name="carol maina" userId="cb891d277eef3896" providerId="Windows Live" clId="Web-{59C2CAD8-BCDF-48DE-A977-0911A7CBC6E9}" dt="2025-01-24T11:32:07.533" v="53"/>
        <pc:sldMasterMkLst>
          <pc:docMk/>
          <pc:sldMasterMk cId="2460954070" sldId="2147483660"/>
        </pc:sldMasterMkLst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carol maina" userId="cb891d277eef3896" providerId="Windows Live" clId="Web-{59C2CAD8-BCDF-48DE-A977-0911A7CBC6E9}" dt="2025-01-24T11:32:07.533" v="5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12.033" v="54"/>
        <pc:sldMasterMkLst>
          <pc:docMk/>
          <pc:sldMasterMk cId="3380781913" sldId="2147483672"/>
        </pc:sldMasterMkLst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117916955" sldId="2147483673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2459717112" sldId="2147483674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584052805" sldId="2147483675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2512405247" sldId="2147483676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3127804605" sldId="2147483677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533059156" sldId="2147483678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832304636" sldId="2147483679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2347027234" sldId="2147483680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1859579087" sldId="2147483681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670433894" sldId="2147483682"/>
          </pc:sldLayoutMkLst>
        </pc:sldLayoutChg>
        <pc:sldLayoutChg chg="add del mod replId">
          <pc:chgData name="carol maina" userId="cb891d277eef3896" providerId="Windows Live" clId="Web-{59C2CAD8-BCDF-48DE-A977-0911A7CBC6E9}" dt="2025-01-24T11:32:12.033" v="54"/>
          <pc:sldLayoutMkLst>
            <pc:docMk/>
            <pc:sldMasterMk cId="3380781913" sldId="2147483672"/>
            <pc:sldLayoutMk cId="3162506984" sldId="2147483683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20.252" v="55"/>
        <pc:sldMasterMkLst>
          <pc:docMk/>
          <pc:sldMasterMk cId="1371526632" sldId="2147483684"/>
        </pc:sldMasterMkLst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158282806" sldId="2147483685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1865788894" sldId="2147483686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998832867" sldId="2147483687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107464514" sldId="2147483688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885533178" sldId="2147483689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3756073210" sldId="2147483690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675159271" sldId="2147483691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3274852377" sldId="2147483692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3583506904" sldId="2147483693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3306145475" sldId="2147483694"/>
          </pc:sldLayoutMkLst>
        </pc:sldLayoutChg>
        <pc:sldLayoutChg chg="add del mod replId">
          <pc:chgData name="carol maina" userId="cb891d277eef3896" providerId="Windows Live" clId="Web-{59C2CAD8-BCDF-48DE-A977-0911A7CBC6E9}" dt="2025-01-24T11:32:20.252" v="55"/>
          <pc:sldLayoutMkLst>
            <pc:docMk/>
            <pc:sldMasterMk cId="1371526632" sldId="2147483684"/>
            <pc:sldLayoutMk cId="2610494290" sldId="2147483695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26.940" v="56"/>
        <pc:sldMasterMkLst>
          <pc:docMk/>
          <pc:sldMasterMk cId="1159862978" sldId="2147483696"/>
        </pc:sldMasterMkLst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658110049" sldId="2147483697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1811788095" sldId="2147483698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2472366512" sldId="2147483699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73925236" sldId="2147483700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4209331077" sldId="2147483701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2374155931" sldId="2147483702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1170995785" sldId="2147483703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3616623720" sldId="2147483704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2545817114" sldId="2147483705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3003404279" sldId="2147483706"/>
          </pc:sldLayoutMkLst>
        </pc:sldLayoutChg>
        <pc:sldLayoutChg chg="add del mod replId">
          <pc:chgData name="carol maina" userId="cb891d277eef3896" providerId="Windows Live" clId="Web-{59C2CAD8-BCDF-48DE-A977-0911A7CBC6E9}" dt="2025-01-24T11:32:26.940" v="56"/>
          <pc:sldLayoutMkLst>
            <pc:docMk/>
            <pc:sldMasterMk cId="1159862978" sldId="2147483696"/>
            <pc:sldLayoutMk cId="379290866" sldId="2147483707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30.784" v="57"/>
        <pc:sldMasterMkLst>
          <pc:docMk/>
          <pc:sldMasterMk cId="229451573" sldId="2147483708"/>
        </pc:sldMasterMkLst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789975137" sldId="2147483709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3342385799" sldId="2147483710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3140451358" sldId="2147483711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2273702966" sldId="2147483712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4060387925" sldId="2147483713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2571167255" sldId="2147483714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1738082166" sldId="2147483715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989223670" sldId="2147483716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2913777751" sldId="2147483717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869342111" sldId="2147483718"/>
          </pc:sldLayoutMkLst>
        </pc:sldLayoutChg>
        <pc:sldLayoutChg chg="add del mod replId">
          <pc:chgData name="carol maina" userId="cb891d277eef3896" providerId="Windows Live" clId="Web-{59C2CAD8-BCDF-48DE-A977-0911A7CBC6E9}" dt="2025-01-24T11:32:30.784" v="57"/>
          <pc:sldLayoutMkLst>
            <pc:docMk/>
            <pc:sldMasterMk cId="229451573" sldId="2147483708"/>
            <pc:sldLayoutMk cId="1918418623" sldId="2147483719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46.160" v="58"/>
        <pc:sldMasterMkLst>
          <pc:docMk/>
          <pc:sldMasterMk cId="2449583128" sldId="2147483720"/>
        </pc:sldMasterMkLst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582228647" sldId="2147483721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4206782863" sldId="2147483722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313253597" sldId="2147483723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848919948" sldId="2147483724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649682823" sldId="2147483725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782561771" sldId="2147483726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462213750" sldId="2147483727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2778061273" sldId="2147483728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216710313" sldId="2147483729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772788696" sldId="2147483730"/>
          </pc:sldLayoutMkLst>
        </pc:sldLayoutChg>
        <pc:sldLayoutChg chg="add del mod replId">
          <pc:chgData name="carol maina" userId="cb891d277eef3896" providerId="Windows Live" clId="Web-{59C2CAD8-BCDF-48DE-A977-0911A7CBC6E9}" dt="2025-01-24T11:32:46.160" v="58"/>
          <pc:sldLayoutMkLst>
            <pc:docMk/>
            <pc:sldMasterMk cId="2449583128" sldId="2147483720"/>
            <pc:sldLayoutMk cId="11392367" sldId="2147483731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52.879" v="59"/>
        <pc:sldMasterMkLst>
          <pc:docMk/>
          <pc:sldMasterMk cId="1454034979" sldId="2147483732"/>
        </pc:sldMasterMkLst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407527869" sldId="2147483733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2358853453" sldId="2147483734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2662255753" sldId="2147483735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643803983" sldId="2147483736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2673309197" sldId="2147483737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1223362182" sldId="2147483738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3171667290" sldId="2147483739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3069601316" sldId="2147483740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392431367" sldId="2147483741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1587753668" sldId="2147483742"/>
          </pc:sldLayoutMkLst>
        </pc:sldLayoutChg>
        <pc:sldLayoutChg chg="add del mod replId">
          <pc:chgData name="carol maina" userId="cb891d277eef3896" providerId="Windows Live" clId="Web-{59C2CAD8-BCDF-48DE-A977-0911A7CBC6E9}" dt="2025-01-24T11:32:52.879" v="59"/>
          <pc:sldLayoutMkLst>
            <pc:docMk/>
            <pc:sldMasterMk cId="1454034979" sldId="2147483732"/>
            <pc:sldLayoutMk cId="2710681002" sldId="2147483743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2:57.316" v="60"/>
        <pc:sldMasterMkLst>
          <pc:docMk/>
          <pc:sldMasterMk cId="4195629538" sldId="2147483744"/>
        </pc:sldMasterMkLst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1496816782" sldId="2147483745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1652285871" sldId="2147483746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821515361" sldId="2147483747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4091408262" sldId="2147483748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1564247486" sldId="2147483749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292044924" sldId="2147483750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3161624640" sldId="2147483751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2757785025" sldId="2147483752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475946107" sldId="2147483753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1117392280" sldId="2147483754"/>
          </pc:sldLayoutMkLst>
        </pc:sldLayoutChg>
        <pc:sldLayoutChg chg="add del mod replId">
          <pc:chgData name="carol maina" userId="cb891d277eef3896" providerId="Windows Live" clId="Web-{59C2CAD8-BCDF-48DE-A977-0911A7CBC6E9}" dt="2025-01-24T11:32:57.316" v="60"/>
          <pc:sldLayoutMkLst>
            <pc:docMk/>
            <pc:sldMasterMk cId="4195629538" sldId="2147483744"/>
            <pc:sldLayoutMk cId="4142467869" sldId="2147483755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3:02.754" v="61"/>
        <pc:sldMasterMkLst>
          <pc:docMk/>
          <pc:sldMasterMk cId="2497862369" sldId="2147483756"/>
        </pc:sldMasterMkLst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2507100210" sldId="2147483757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3807945182" sldId="2147483758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3780299161" sldId="2147483759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663722816" sldId="2147483760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164045675" sldId="2147483761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212320523" sldId="2147483762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1400018155" sldId="2147483763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1604454725" sldId="2147483764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3717654989" sldId="2147483765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1111990150" sldId="2147483766"/>
          </pc:sldLayoutMkLst>
        </pc:sldLayoutChg>
        <pc:sldLayoutChg chg="add del mod replId">
          <pc:chgData name="carol maina" userId="cb891d277eef3896" providerId="Windows Live" clId="Web-{59C2CAD8-BCDF-48DE-A977-0911A7CBC6E9}" dt="2025-01-24T11:33:02.754" v="61"/>
          <pc:sldLayoutMkLst>
            <pc:docMk/>
            <pc:sldMasterMk cId="2497862369" sldId="2147483756"/>
            <pc:sldLayoutMk cId="2350470409" sldId="2147483767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3:07.942" v="62"/>
        <pc:sldMasterMkLst>
          <pc:docMk/>
          <pc:sldMasterMk cId="554277513" sldId="2147483768"/>
        </pc:sldMasterMkLst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3595397755" sldId="2147483769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946455077" sldId="2147483770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4018348119" sldId="2147483771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3810332292" sldId="2147483772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3474878117" sldId="2147483773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51750871" sldId="2147483774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131553209" sldId="2147483775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2315190144" sldId="2147483776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2016966423" sldId="2147483777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575993993" sldId="2147483778"/>
          </pc:sldLayoutMkLst>
        </pc:sldLayoutChg>
        <pc:sldLayoutChg chg="add del mod replId">
          <pc:chgData name="carol maina" userId="cb891d277eef3896" providerId="Windows Live" clId="Web-{59C2CAD8-BCDF-48DE-A977-0911A7CBC6E9}" dt="2025-01-24T11:33:07.942" v="62"/>
          <pc:sldLayoutMkLst>
            <pc:docMk/>
            <pc:sldMasterMk cId="554277513" sldId="2147483768"/>
            <pc:sldLayoutMk cId="1143022159" sldId="2147483779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3:14.067" v="63"/>
        <pc:sldMasterMkLst>
          <pc:docMk/>
          <pc:sldMasterMk cId="3467918140" sldId="2147483780"/>
        </pc:sldMasterMkLst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3455465228" sldId="2147483781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1620807421" sldId="2147483782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2225225067" sldId="2147483783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227538696" sldId="2147483784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3378971525" sldId="2147483785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4081692017" sldId="2147483786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1151378568" sldId="2147483787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320118022" sldId="2147483788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2233064130" sldId="2147483789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333210169" sldId="2147483790"/>
          </pc:sldLayoutMkLst>
        </pc:sldLayoutChg>
        <pc:sldLayoutChg chg="add del mod replId">
          <pc:chgData name="carol maina" userId="cb891d277eef3896" providerId="Windows Live" clId="Web-{59C2CAD8-BCDF-48DE-A977-0911A7CBC6E9}" dt="2025-01-24T11:33:14.067" v="63"/>
          <pc:sldLayoutMkLst>
            <pc:docMk/>
            <pc:sldMasterMk cId="3467918140" sldId="2147483780"/>
            <pc:sldLayoutMk cId="3332176883" sldId="2147483791"/>
          </pc:sldLayoutMkLst>
        </pc:sldLayoutChg>
      </pc:sldMasterChg>
      <pc:sldMasterChg chg="add del addSldLayout delSldLayout modSldLayout">
        <pc:chgData name="carol maina" userId="cb891d277eef3896" providerId="Windows Live" clId="Web-{59C2CAD8-BCDF-48DE-A977-0911A7CBC6E9}" dt="2025-01-24T11:33:20.083" v="64"/>
        <pc:sldMasterMkLst>
          <pc:docMk/>
          <pc:sldMasterMk cId="2892084053" sldId="2147483792"/>
        </pc:sldMasterMkLst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1337362022" sldId="2147483793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3808524096" sldId="2147483794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3856756994" sldId="2147483795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2069430144" sldId="2147483796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3820571571" sldId="2147483797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3303265214" sldId="2147483798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1535144583" sldId="2147483799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3448166208" sldId="2147483800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567989169" sldId="2147483801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2241169682" sldId="2147483802"/>
          </pc:sldLayoutMkLst>
        </pc:sldLayoutChg>
        <pc:sldLayoutChg chg="add del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892084053" sldId="2147483792"/>
            <pc:sldLayoutMk cId="2612267599" sldId="2147483803"/>
          </pc:sldLayoutMkLst>
        </pc:sldLayoutChg>
      </pc:sldMasterChg>
      <pc:sldMasterChg chg="add addSldLayout modSldLayout">
        <pc:chgData name="carol maina" userId="cb891d277eef3896" providerId="Windows Live" clId="Web-{59C2CAD8-BCDF-48DE-A977-0911A7CBC6E9}" dt="2025-01-24T11:33:20.083" v="64"/>
        <pc:sldMasterMkLst>
          <pc:docMk/>
          <pc:sldMasterMk cId="2633741389" sldId="2147483804"/>
        </pc:sldMasterMkLst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1529401612" sldId="2147483805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1626603826" sldId="2147483806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2766311485" sldId="2147483807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737609959" sldId="2147483808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3443167832" sldId="2147483809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1343946762" sldId="2147483810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2758245577" sldId="2147483811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87240729" sldId="2147483812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3094439750" sldId="2147483813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2576542939" sldId="2147483814"/>
          </pc:sldLayoutMkLst>
        </pc:sldLayoutChg>
        <pc:sldLayoutChg chg="add mod replId">
          <pc:chgData name="carol maina" userId="cb891d277eef3896" providerId="Windows Live" clId="Web-{59C2CAD8-BCDF-48DE-A977-0911A7CBC6E9}" dt="2025-01-24T11:33:20.083" v="64"/>
          <pc:sldLayoutMkLst>
            <pc:docMk/>
            <pc:sldMasterMk cId="2633741389" sldId="2147483804"/>
            <pc:sldLayoutMk cId="3240988708" sldId="21474838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0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0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1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0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16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4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4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43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42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98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74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EXPLORATORY DATA ANALYSIS-Ames House prices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Carol Maina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D23E-ED91-AFFF-B23B-3EC4D82A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F64F6-97EA-9703-BEC7-D9DCEB8C4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The data analysis is of the Ames Housing in Iowa</a:t>
            </a:r>
          </a:p>
          <a:p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We start by conducting some exploratory data analysis followed by processing the data based on our findings. </a:t>
            </a:r>
            <a:endParaRPr lang="en-US" sz="2400" dirty="0">
              <a:solidFill>
                <a:srgbClr val="3C4043"/>
              </a:solidFill>
            </a:endParaRPr>
          </a:p>
          <a:p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From the documentation, we learn that the </a:t>
            </a:r>
            <a:r>
              <a:rPr lang="en-US" sz="2400" dirty="0" err="1">
                <a:solidFill>
                  <a:srgbClr val="3C4043"/>
                </a:solidFill>
                <a:ea typeface="+mn-lt"/>
                <a:cs typeface="+mn-lt"/>
              </a:rPr>
              <a:t>there</a:t>
            </a:r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 are 2930</a:t>
            </a:r>
            <a:r>
              <a:rPr lang="en-US" sz="2400" b="1" dirty="0">
                <a:solidFill>
                  <a:srgbClr val="3C4043"/>
                </a:solidFill>
                <a:ea typeface="+mn-lt"/>
                <a:cs typeface="+mn-lt"/>
              </a:rPr>
              <a:t> observations</a:t>
            </a:r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 and </a:t>
            </a:r>
            <a:r>
              <a:rPr lang="en-US" sz="2400" b="1" dirty="0">
                <a:solidFill>
                  <a:srgbClr val="3C4043"/>
                </a:solidFill>
                <a:ea typeface="+mn-lt"/>
                <a:cs typeface="+mn-lt"/>
              </a:rPr>
              <a:t>82 variables</a:t>
            </a:r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,</a:t>
            </a:r>
            <a:endParaRPr lang="en-US" sz="2400" dirty="0">
              <a:solidFill>
                <a:srgbClr val="3C4043"/>
              </a:solidFill>
            </a:endParaRPr>
          </a:p>
          <a:p>
            <a:endParaRPr lang="en-US" sz="2400" dirty="0">
              <a:solidFill>
                <a:srgbClr val="3C4043"/>
              </a:solidFill>
            </a:endParaRPr>
          </a:p>
          <a:p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The properties were sold in Ames, IA from 2006 to 2010.</a:t>
            </a:r>
            <a:endParaRPr lang="en-US" sz="2400" dirty="0"/>
          </a:p>
          <a:p>
            <a:r>
              <a:rPr lang="en-US" sz="2400" dirty="0">
                <a:solidFill>
                  <a:srgbClr val="3C4043"/>
                </a:solidFill>
                <a:latin typeface="Roboto Mono"/>
                <a:ea typeface="Roboto Mono"/>
              </a:rPr>
              <a:t>Our dataset has 1460 rows and 81 columns.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8C1F0-61BD-BFA7-EB1A-83071AF8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C5EF-8AE6-4623-831D-3C06CFEF6ECB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C5D75-511E-DAE9-26DA-CCEA5EBC7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261E2-E9B1-5ED1-D808-C97347EF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01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4E1C-B19A-9CFD-E362-FBD300F00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DATA DISTRIBUTIONS:</a:t>
            </a:r>
            <a:br>
              <a:rPr lang="en-US" dirty="0"/>
            </a:br>
            <a:r>
              <a:rPr lang="en-US" sz="3200" dirty="0"/>
              <a:t>1. SALE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2E5F-9E2D-B129-3DE2-0EF64DC61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rgbClr val="3C4043"/>
                </a:solidFill>
                <a:latin typeface="Roboto Mono"/>
                <a:ea typeface="Roboto Mono"/>
              </a:rPr>
              <a:t>The cheapest house sold for $34,900 and the most expensive for $755,000
The average sales price is $180,921, while median is $163,000
</a:t>
            </a:r>
            <a:endParaRPr lang="en-US" sz="2400" dirty="0"/>
          </a:p>
          <a:p>
            <a:r>
              <a:rPr lang="en-US" sz="2400" err="1">
                <a:solidFill>
                  <a:srgbClr val="202124"/>
                </a:solidFill>
                <a:ea typeface="+mn-lt"/>
                <a:cs typeface="+mn-lt"/>
              </a:rPr>
              <a:t>linkcode</a:t>
            </a:r>
            <a:endParaRPr lang="en-US" sz="2400" dirty="0" err="1"/>
          </a:p>
          <a:p>
            <a:r>
              <a:rPr lang="en-US" sz="2400" dirty="0">
                <a:solidFill>
                  <a:srgbClr val="3C4043"/>
                </a:solidFill>
                <a:ea typeface="+mn-lt"/>
                <a:cs typeface="+mn-lt"/>
              </a:rPr>
              <a:t>We note that the distribution is positively skewed to the right with a good number of outliers.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0ED31-D129-67AB-1094-E36B9460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4E6D9-82CC-4C68-B80A-A7CB4611B347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01FE2-BE05-506A-8A0C-0232D594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F1A1A-CB00-9AD0-0E4D-F328C7DC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35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E8ABC-293D-6DFB-AA75-3AFD5392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sz="3200" dirty="0"/>
              <a:t>TOTAL ROOMS ABOVE 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D62AA-4674-42AD-3CDC-31A9CB1DE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Average rooms above grade are 6.517808219178082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Median rooms above grade is 6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distribution is more symetric because the mean is 6.5 rooms and median is 6 rooms are almost equal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Standard deviation of 1.6 rooms indicates that the data is more around the center creating a more normal distribution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Some houses have more than double the mean rooms 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Houses with more than 4-9 rooms not including bathrooms is seen to have had more units sold</a:t>
            </a:r>
            <a:endParaRPr lang="en-US" dirty="0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54C0D-18E2-3FF6-36CB-33305C60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7678-D817-480B-B186-CFA03A96FEBB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D5AA-8347-F00F-B2D9-42347BE5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D3E1B-9E24-27AB-BD8D-F6B8F5CA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495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2EDB-B17C-5253-9060-B54C7ABF5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OVERALL QUALITY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6725-1CD4-BF72-97B1-1ACEB4778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The mean overall quality rating of the houses are above </a:t>
            </a:r>
            <a:r>
              <a:rPr lang="en-US" dirty="0" err="1">
                <a:ea typeface="+mn-lt"/>
                <a:cs typeface="+mn-lt"/>
              </a:rPr>
              <a:t>avarage</a:t>
            </a:r>
            <a:r>
              <a:rPr lang="en-US" dirty="0">
                <a:ea typeface="+mn-lt"/>
                <a:cs typeface="+mn-lt"/>
              </a:rPr>
              <a:t> with a rating of 5.6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There are more houses whose quality rating is above average.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overall quality seems to influence the selling price of the house</a:t>
            </a:r>
          </a:p>
          <a:p>
            <a:r>
              <a:rPr lang="en-US" dirty="0">
                <a:ea typeface="+mn-lt"/>
                <a:cs typeface="+mn-lt"/>
              </a:rPr>
              <a:t>Houses of average condition seem to have higher sale price than those above average condition.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average condition houses sold at a minimum of about 100000$ and exceeded 750000$ maximum.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dataset is positively skewed with outliers in all house conditions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mean sale price of above average condition houses is lower than of average condition houses.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can be seen that the overall house condition has no significant effect on the </a:t>
            </a:r>
            <a:r>
              <a:rPr lang="en-US" dirty="0" err="1">
                <a:ea typeface="+mn-lt"/>
                <a:cs typeface="+mn-lt"/>
              </a:rPr>
              <a:t>saleprice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0D71E-57E7-0C8B-C1D9-4A6C29C2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0E04-784A-4BCB-A5EF-F6A7BC09AD40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3D9E-6811-0180-AFAF-DE57C9B6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1229-B840-5773-1FD9-427E10C7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188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7326B-06FD-0A8C-9346-C422A19C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sz="3200" dirty="0"/>
              <a:t>HIGHEST AND LOWEST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56230-FBC4-D9A9-403D-22C455393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The most positively correlated value to Saleprice is the Overall quality with 0.7909816005838053</a:t>
            </a:r>
            <a:endParaRPr lang="en-US" dirty="0"/>
          </a:p>
          <a:p>
            <a:r>
              <a:rPr lang="en-US" err="1">
                <a:ea typeface="+mn-lt"/>
                <a:cs typeface="+mn-lt"/>
              </a:rPr>
              <a:t>OverallQual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reffers</a:t>
            </a:r>
            <a:r>
              <a:rPr lang="en-US">
                <a:ea typeface="+mn-lt"/>
                <a:cs typeface="+mn-lt"/>
              </a:rPr>
              <a:t> to the Rates the overall material and finish of the house. 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Ratings are from very excellent to very poor.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Homes with very excellent rating sold for averagely 400000$ and the sale prices reduced with reduction in rating and </a:t>
            </a:r>
            <a:r>
              <a:rPr lang="en-US" err="1">
                <a:ea typeface="+mn-lt"/>
                <a:cs typeface="+mn-lt"/>
              </a:rPr>
              <a:t>overal</a:t>
            </a:r>
            <a:r>
              <a:rPr lang="en-US">
                <a:ea typeface="+mn-lt"/>
                <a:cs typeface="+mn-lt"/>
              </a:rPr>
              <a:t> material and finish of the house.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It is just </a:t>
            </a:r>
            <a:r>
              <a:rPr lang="en-US" dirty="0" err="1">
                <a:ea typeface="+mn-lt"/>
                <a:cs typeface="+mn-lt"/>
              </a:rPr>
              <a:t>tosay</a:t>
            </a:r>
            <a:r>
              <a:rPr lang="en-US" dirty="0">
                <a:ea typeface="+mn-lt"/>
                <a:cs typeface="+mn-lt"/>
              </a:rPr>
              <a:t> that overall quality and finish had a big impact on the sale prices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least correlated value to </a:t>
            </a:r>
            <a:r>
              <a:rPr lang="en-US" dirty="0" err="1">
                <a:ea typeface="+mn-lt"/>
                <a:cs typeface="+mn-lt"/>
              </a:rPr>
              <a:t>Saleprice</a:t>
            </a:r>
            <a:r>
              <a:rPr lang="en-US" dirty="0">
                <a:ea typeface="+mn-lt"/>
                <a:cs typeface="+mn-lt"/>
              </a:rPr>
              <a:t> is Kitchens above Grade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From the description text , </a:t>
            </a:r>
            <a:r>
              <a:rPr lang="en-US" dirty="0" err="1">
                <a:ea typeface="+mn-lt"/>
                <a:cs typeface="+mn-lt"/>
              </a:rPr>
              <a:t>KitchenAbvGr</a:t>
            </a:r>
            <a:r>
              <a:rPr lang="en-US" dirty="0">
                <a:ea typeface="+mn-lt"/>
                <a:cs typeface="+mn-lt"/>
              </a:rPr>
              <a:t>: Kitchens above grade...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From the plot, houses with one kitchen had the best sale price.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It is </a:t>
            </a:r>
            <a:r>
              <a:rPr lang="en-US" dirty="0" err="1">
                <a:ea typeface="+mn-lt"/>
                <a:cs typeface="+mn-lt"/>
              </a:rPr>
              <a:t>suprising</a:t>
            </a:r>
            <a:r>
              <a:rPr lang="en-US" dirty="0">
                <a:ea typeface="+mn-lt"/>
                <a:cs typeface="+mn-lt"/>
              </a:rPr>
              <a:t> to see that houses with no kitchens had better sale price than those with 3kitchens.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 suppose no one needs 3 kitchens in their homes.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84BED-55F9-9587-82F0-8BEFA88C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DF10F-6A52-496C-95E8-33C5E57C622B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75571-703C-44A0-6D2F-E53D6FAF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EF4FA-1DB9-5991-97E8-86723DED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25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D30B-A005-DB65-A4AD-020A110E7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ystem-ui"/>
              </a:rPr>
              <a:t>ENGINEER AND EXPLORE A NEW FEATURE</a:t>
            </a:r>
            <a:br>
              <a:rPr lang="en-US" dirty="0">
                <a:latin typeface="system-ui"/>
              </a:rPr>
            </a:br>
            <a:r>
              <a:rPr lang="en-US" dirty="0">
                <a:latin typeface="system-ui"/>
              </a:rPr>
              <a:t>5. </a:t>
            </a:r>
            <a:r>
              <a:rPr lang="en-US" sz="3200" dirty="0">
                <a:latin typeface="system-ui"/>
              </a:rPr>
              <a:t>AGE</a:t>
            </a:r>
            <a:endParaRPr lang="en-US" sz="32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92612-CA77-0753-66D1-B06FA20B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5E0D8-3B2A-463A-B368-BDA1F3AD7654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B4C6-AD6E-B5CD-C106-7F93BC65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8048E-ED77-9442-4643-7DA09036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0EBB3F-982F-4D0C-712A-B46B904FB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find the ages of homes by finding the difference between the year the house was sold and the year the house was built.</a:t>
            </a:r>
          </a:p>
          <a:p>
            <a:r>
              <a:rPr lang="en-US" dirty="0"/>
              <a:t>From the exploration on age we</a:t>
            </a:r>
            <a:r>
              <a:rPr lang="en-US"/>
              <a:t> find that:</a:t>
            </a:r>
          </a:p>
          <a:p>
            <a:r>
              <a:rPr lang="en-US" dirty="0">
                <a:ea typeface="+mn-lt"/>
                <a:cs typeface="+mn-lt"/>
              </a:rPr>
              <a:t>Newer houses appear to have more value compared to older ones.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There seems to be a gap between year 19 to year 28 in sales.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After year 60, </a:t>
            </a:r>
            <a:r>
              <a:rPr lang="en-US" dirty="0" err="1">
                <a:ea typeface="+mn-lt"/>
                <a:cs typeface="+mn-lt"/>
              </a:rPr>
              <a:t>theres</a:t>
            </a:r>
            <a:r>
              <a:rPr lang="en-US" dirty="0">
                <a:ea typeface="+mn-lt"/>
                <a:cs typeface="+mn-lt"/>
              </a:rPr>
              <a:t> significantly a reduction in sales of houses.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Past 100 years fewer houses appear to be sold and the sale prices appear to be diverse also.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With age sale prices significantly dropped and so did number of units sold. Probably because of the overall condition of the houses which </a:t>
            </a:r>
            <a:r>
              <a:rPr lang="en-US" dirty="0" err="1">
                <a:ea typeface="+mn-lt"/>
                <a:cs typeface="+mn-lt"/>
              </a:rPr>
              <a:t>detorariate</a:t>
            </a:r>
            <a:r>
              <a:rPr lang="en-US" dirty="0">
                <a:ea typeface="+mn-lt"/>
                <a:cs typeface="+mn-lt"/>
              </a:rPr>
              <a:t> with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69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BE46-D758-59D1-32E3-419C5F56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CONCLUSSION AND RECCOMENDATION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387FE-0922-8976-D3A5-467996DA0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809" y="1684640"/>
            <a:ext cx="10653579" cy="4593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. From the analysis we find that the Overall condition of the houses played a big role in determining their sale price, it would be of interest to see whether </a:t>
            </a:r>
            <a:r>
              <a:rPr lang="en-US" dirty="0" err="1"/>
              <a:t>remodelling</a:t>
            </a:r>
            <a:r>
              <a:rPr lang="en-US" dirty="0"/>
              <a:t> also played a role in the prices.</a:t>
            </a:r>
          </a:p>
          <a:p>
            <a:pPr marL="0" indent="0">
              <a:buNone/>
            </a:pPr>
            <a:r>
              <a:rPr lang="en-US" dirty="0"/>
              <a:t>. I would therefore recommend that:</a:t>
            </a:r>
          </a:p>
          <a:p>
            <a:pPr marL="0" indent="0">
              <a:buNone/>
            </a:pPr>
            <a:r>
              <a:rPr lang="en-US" dirty="0"/>
              <a:t>  1. Older houses be </a:t>
            </a:r>
            <a:r>
              <a:rPr lang="en-US" dirty="0" err="1"/>
              <a:t>remodelled</a:t>
            </a:r>
            <a:r>
              <a:rPr lang="en-US" dirty="0"/>
              <a:t> and newer materials used to significantly increase the sale prices</a:t>
            </a:r>
          </a:p>
          <a:p>
            <a:pPr marL="0" indent="0">
              <a:buNone/>
            </a:pPr>
            <a:r>
              <a:rPr lang="en-US" dirty="0"/>
              <a:t>   2. Houses with more than two kitchens convert the extra kitchens to living area.</a:t>
            </a:r>
          </a:p>
          <a:p>
            <a:pPr marL="0" indent="0">
              <a:buNone/>
            </a:pPr>
            <a:r>
              <a:rPr lang="en-US" dirty="0"/>
              <a:t>   3.  Older houses can be priced lowly to attract more buyers.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9408A-7F86-46FC-88B8-A839C63D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92A3-2B61-4BD8-B80E-CF2CD84CC70E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1FF65-EC97-D40B-4667-75967C53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23B44-06A3-5F09-1767-3984DA14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712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891D-3BE0-67D5-B3C9-3F98B098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5E120-7534-27AA-F56F-A999AF8A6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FA77C-8118-A127-7283-5E8BAEC5F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83F5-4FB1-4DAF-99BC-DB21A1F1D3AB}" type="datetime1">
              <a:t>1/24/2025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3F93B-0458-B2EA-C8EF-21AD1A56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D35C9-3A58-08E5-9C88-C85E7CCE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013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VanillaVTI</vt:lpstr>
      <vt:lpstr>EXPLORATORY DATA ANALYSIS-Ames House prices Dataset</vt:lpstr>
      <vt:lpstr>INTRODUCTION</vt:lpstr>
      <vt:lpstr>EXPLORING DATA DISTRIBUTIONS: 1. SALE PRICE</vt:lpstr>
      <vt:lpstr>2. TOTAL ROOMS ABOVE GRADE</vt:lpstr>
      <vt:lpstr>3. OVERALL QUALITY </vt:lpstr>
      <vt:lpstr>4. HIGHEST AND LOWEST CORRELATION</vt:lpstr>
      <vt:lpstr>ENGINEER AND EXPLORE A NEW FEATURE 5. AGE </vt:lpstr>
      <vt:lpstr>CONCLUSSION AND RECCOMENDATION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261</cp:revision>
  <dcterms:created xsi:type="dcterms:W3CDTF">2025-01-24T11:27:33Z</dcterms:created>
  <dcterms:modified xsi:type="dcterms:W3CDTF">2025-01-24T12:57:39Z</dcterms:modified>
</cp:coreProperties>
</file>